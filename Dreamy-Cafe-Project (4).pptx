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096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Bean &amp; Bloom Café is a front-end web project built with HTML, CSS and JavaScript. It lets guests view a menu, order from the table and book a seat, with validation on every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pain points of a typical café: queues, missed phone bookings and paper menus. Then show how the website solves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gives the page its structure, CSS makes it colourful and responsive, and JavaScript adds the menu filter, cart and the validation on every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validation rules: each field is checked on blur and on every keystroke, and the form will not submit until every rule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live demo link. Add a few dishes, open the cart, submit with empty fields to show the validation errors, then fill correct details to see the confirmation pop-up. Note: the published page is private until you press Share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summarise what was built and what could be added next, such as online payments, user accounts and a real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hyperlink" Target="https://claude.ai/artifact/QyCqH66enWY6iMNYMDnC5B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eamycafe1.netlify.app/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852160" y="4480560"/>
            <a:ext cx="3108960" cy="3108960"/>
          </a:xfrm>
          <a:prstGeom prst="ellipse">
            <a:avLst/>
          </a:prstGeom>
          <a:solidFill>
            <a:srgbClr val="3DC2A5">
              <a:alpha val="1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40080" y="6858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685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project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234440"/>
            <a:ext cx="5760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Dreamy Café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089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ordering and table booking website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840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2519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is a colourful, responsive café website. Guests can browse an illustrated menu, add items to a cart, order from their table and book a seat online. Every form is checked with JavaScript validation, so only correct details are accepted.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5852160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40080" y="58521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11680" y="585216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2011680" y="5852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91840" y="585216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3291840" y="58521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AE84AA-02C1-6A31-2B93-894B1A853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294" y="877824"/>
            <a:ext cx="3448531" cy="52962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Proposed Solution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349240" cy="4709160"/>
          </a:xfrm>
          <a:prstGeom prst="roundRect">
            <a:avLst>
              <a:gd name="adj" fmla="val 3883"/>
            </a:avLst>
          </a:prstGeom>
          <a:solidFill>
            <a:srgbClr val="FD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F0507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830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queues. </a:t>
            </a:r>
            <a:r>
              <a:rPr lang="en-US" sz="19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wait in line just to order or to ask what is on the menu.</a:t>
            </a:r>
            <a:endParaRPr lang="en-US" sz="190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bookings. </a:t>
            </a:r>
            <a:r>
              <a:rPr lang="en-US" sz="19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reservations are forgotten, double-booked or noted with wrong details.</a:t>
            </a:r>
            <a:endParaRPr lang="en-US" sz="190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menus. </a:t>
            </a:r>
            <a:r>
              <a:rPr lang="en-US" sz="19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pictures, no live prices and no easy way to order from the table.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82512" y="1463040"/>
            <a:ext cx="5349240" cy="4709160"/>
          </a:xfrm>
          <a:prstGeom prst="roundRect">
            <a:avLst>
              <a:gd name="adj" fmla="val 3883"/>
            </a:avLst>
          </a:prstGeom>
          <a:solidFill>
            <a:srgbClr val="E2F6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748272" y="1783080"/>
            <a:ext cx="731520" cy="731520"/>
          </a:xfrm>
          <a:prstGeom prst="ellipse">
            <a:avLst/>
          </a:prstGeom>
          <a:solidFill>
            <a:srgbClr val="3DC2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62672" y="17830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48272" y="274320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online menu. </a:t>
            </a:r>
            <a:r>
              <a:rPr lang="en-US" sz="19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 and add items to the cart in one tap.</a:t>
            </a:r>
            <a:endParaRPr lang="en-US" sz="190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the table. </a:t>
            </a:r>
            <a:r>
              <a:rPr lang="en-US" sz="19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total, table number and an instant order confirmation.</a:t>
            </a:r>
            <a:endParaRPr lang="en-US" sz="190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booking. </a:t>
            </a:r>
            <a:r>
              <a:rPr lang="en-US" sz="19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date, time and guests are checked before anything is sent.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5852160" y="3520440"/>
            <a:ext cx="502920" cy="502920"/>
          </a:xfrm>
          <a:prstGeom prst="ellipse">
            <a:avLst/>
          </a:prstGeom>
          <a:solidFill>
            <a:srgbClr val="FFD166"/>
          </a:solidFill>
          <a:ln w="19050">
            <a:solidFill>
              <a:srgbClr val="2A1B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748" y="365302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611880" cy="379476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2A1B3D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868680" cy="86868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2045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header, main and footer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with labels and input types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element for confirmations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288536" y="1463040"/>
            <a:ext cx="3611880" cy="379476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2A1B3D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54296" y="1828800"/>
            <a:ext cx="868680" cy="868680"/>
          </a:xfrm>
          <a:prstGeom prst="ellipse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466" y="204597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05856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5705856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and layout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654296" y="31546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and Grid layouts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for the colour theme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Animations, focus states, dark mode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119872" y="1463040"/>
            <a:ext cx="3611880" cy="379476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2A1B3D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485632" y="1828800"/>
            <a:ext cx="868680" cy="86868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2802" y="204597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537192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9537192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485632" y="31546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filter and shopping cart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form validation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events and the Date object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1920240" y="57150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3DC2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 txBox="1"/>
          <p:nvPr/>
        </p:nvSpPr>
        <p:spPr>
          <a:xfrm>
            <a:off x="1920240" y="5715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artwork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3703320" y="571500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F05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 txBox="1"/>
          <p:nvPr/>
        </p:nvSpPr>
        <p:spPr>
          <a:xfrm>
            <a:off x="3703320" y="5715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532120" y="5715000"/>
            <a:ext cx="2148840" cy="411480"/>
          </a:xfrm>
          <a:prstGeom prst="roundRect">
            <a:avLst>
              <a:gd name="adj" fmla="val 48889"/>
            </a:avLst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 txBox="1"/>
          <p:nvPr/>
        </p:nvSpPr>
        <p:spPr>
          <a:xfrm>
            <a:off x="5532120" y="5715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7863840" y="5715000"/>
            <a:ext cx="1965960" cy="411480"/>
          </a:xfrm>
          <a:prstGeom prst="roundRect">
            <a:avLst>
              <a:gd name="adj" fmla="val 48889"/>
            </a:avLst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 txBox="1"/>
          <p:nvPr/>
        </p:nvSpPr>
        <p:spPr>
          <a:xfrm>
            <a:off x="7863840" y="5715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291840" cy="1463040"/>
          </a:xfrm>
          <a:prstGeom prst="roundRect">
            <a:avLst>
              <a:gd name="adj" fmla="val 11250"/>
            </a:avLst>
          </a:prstGeom>
          <a:solidFill>
            <a:srgbClr val="F3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40080" cy="64008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0345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menu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illustrated dishes with category filters.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977640" y="1463040"/>
            <a:ext cx="3291840" cy="1463040"/>
          </a:xfrm>
          <a:prstGeom prst="roundRect">
            <a:avLst>
              <a:gd name="adj" fmla="val 11250"/>
            </a:avLst>
          </a:prstGeom>
          <a:solidFill>
            <a:srgbClr val="F3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206240" y="1874520"/>
            <a:ext cx="640080" cy="640080"/>
          </a:xfrm>
          <a:prstGeom prst="ellipse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20345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9200" y="16459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 and see a live total and item count.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086100"/>
            <a:ext cx="3291840" cy="1463040"/>
          </a:xfrm>
          <a:prstGeom prst="roundRect">
            <a:avLst>
              <a:gd name="adj" fmla="val 11250"/>
            </a:avLst>
          </a:prstGeom>
          <a:solidFill>
            <a:srgbClr val="F3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85800" y="3497580"/>
            <a:ext cx="640080" cy="640080"/>
          </a:xfrm>
          <a:prstGeom prst="ellipse">
            <a:avLst/>
          </a:prstGeom>
          <a:solidFill>
            <a:srgbClr val="F0507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6576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2689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6804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date, time and guests in one simple form.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977640" y="3086100"/>
            <a:ext cx="3291840" cy="1463040"/>
          </a:xfrm>
          <a:prstGeom prst="roundRect">
            <a:avLst>
              <a:gd name="adj" fmla="val 11250"/>
            </a:avLst>
          </a:prstGeom>
          <a:solidFill>
            <a:srgbClr val="F3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4206240" y="3497580"/>
            <a:ext cx="640080" cy="64008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260" y="36576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029200" y="32689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validation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029200" y="36804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and green ticks appear as you type.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4709160"/>
            <a:ext cx="3291840" cy="1463040"/>
          </a:xfrm>
          <a:prstGeom prst="roundRect">
            <a:avLst>
              <a:gd name="adj" fmla="val 11250"/>
            </a:avLst>
          </a:prstGeom>
          <a:solidFill>
            <a:srgbClr val="F3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85800" y="5120640"/>
            <a:ext cx="640080" cy="640080"/>
          </a:xfrm>
          <a:prstGeom prst="ellipse">
            <a:avLst/>
          </a:prstGeom>
          <a:solidFill>
            <a:srgbClr val="3DC2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" y="52806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4892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1508760" y="5303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great on phone, tablet and desktop.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3977640" y="4709160"/>
            <a:ext cx="3291840" cy="1463040"/>
          </a:xfrm>
          <a:prstGeom prst="roundRect">
            <a:avLst>
              <a:gd name="adj" fmla="val 11250"/>
            </a:avLst>
          </a:prstGeom>
          <a:solidFill>
            <a:srgbClr val="F3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4206240" y="5120640"/>
            <a:ext cx="640080" cy="64008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6260" y="528066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029200" y="4892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5029200" y="5303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pop-up summary with the order number.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7680960" y="1463040"/>
            <a:ext cx="4050792" cy="4709160"/>
          </a:xfrm>
          <a:prstGeom prst="roundRect">
            <a:avLst>
              <a:gd name="adj" fmla="val 4515"/>
            </a:avLst>
          </a:prstGeom>
          <a:solidFill>
            <a:srgbClr val="2A1B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 txBox="1"/>
          <p:nvPr/>
        </p:nvSpPr>
        <p:spPr>
          <a:xfrm>
            <a:off x="800100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rules</a:t>
            </a:r>
            <a:endParaRPr lang="en-US" sz="2400" dirty="0"/>
          </a:p>
        </p:txBody>
      </p:sp>
      <p:sp>
        <p:nvSpPr>
          <p:cNvPr id="35" name="Text 27"/>
          <p:cNvSpPr txBox="1"/>
          <p:nvPr/>
        </p:nvSpPr>
        <p:spPr>
          <a:xfrm>
            <a:off x="8001000" y="2331720"/>
            <a:ext cx="3520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only, 3 to 40 characters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look like name@example.com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 13 digits, letters blocked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 from 1 to 12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past, within 60 days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AM to 9:30 PM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200 characters, no &lt; or &gt;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must be ticked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Screenshots and Live Demo</a:t>
            </a:r>
            <a:endParaRPr lang="en-US" sz="3800" dirty="0"/>
          </a:p>
        </p:txBody>
      </p:sp>
      <p:pic>
        <p:nvPicPr>
          <p:cNvPr id="3" name="Image 0" descr="Home pag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3657600" cy="2286000"/>
          </a:xfrm>
          <a:prstGeom prst="rect">
            <a:avLst/>
          </a:prstGeom>
          <a:effectLst>
            <a:outerShdw blurRad="127000" dist="38100" dir="5400000" algn="bl" rotWithShape="0">
              <a:srgbClr val="2A1B3D">
                <a:alpha val="18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66928" y="333756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2A1B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566928" y="3337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050" dirty="0"/>
          </a:p>
        </p:txBody>
      </p:sp>
      <p:pic>
        <p:nvPicPr>
          <p:cNvPr id="6" name="Image 1" descr="Menu with filters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417320"/>
            <a:ext cx="3657600" cy="2286000"/>
          </a:xfrm>
          <a:prstGeom prst="rect">
            <a:avLst/>
          </a:prstGeom>
          <a:effectLst>
            <a:outerShdw blurRad="127000" dist="38100" dir="5400000" algn="bl" rotWithShape="0">
              <a:srgbClr val="2A1B3D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4453128" y="333756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2A1B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4453128" y="3337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with filters</a:t>
            </a:r>
            <a:endParaRPr lang="en-US" sz="1050" dirty="0"/>
          </a:p>
        </p:txBody>
      </p:sp>
      <p:pic>
        <p:nvPicPr>
          <p:cNvPr id="9" name="Image 2" descr="Form validation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31920"/>
            <a:ext cx="3657600" cy="2286000"/>
          </a:xfrm>
          <a:prstGeom prst="rect">
            <a:avLst/>
          </a:prstGeom>
          <a:effectLst>
            <a:outerShdw blurRad="127000" dist="38100" dir="5400000" algn="bl" rotWithShape="0">
              <a:srgbClr val="2A1B3D">
                <a:alpha val="18000"/>
              </a:srgbClr>
            </a:outerShdw>
          </a:effectLst>
        </p:spPr>
      </p:pic>
      <p:sp>
        <p:nvSpPr>
          <p:cNvPr id="10" name="Shape 5"/>
          <p:cNvSpPr/>
          <p:nvPr/>
        </p:nvSpPr>
        <p:spPr>
          <a:xfrm>
            <a:off x="566928" y="585216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2A1B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 txBox="1"/>
          <p:nvPr/>
        </p:nvSpPr>
        <p:spPr>
          <a:xfrm>
            <a:off x="566928" y="5852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050" dirty="0"/>
          </a:p>
        </p:txBody>
      </p:sp>
      <p:pic>
        <p:nvPicPr>
          <p:cNvPr id="12" name="Image 3" descr="Cart and checkout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931920"/>
            <a:ext cx="3657600" cy="2286000"/>
          </a:xfrm>
          <a:prstGeom prst="rect">
            <a:avLst/>
          </a:prstGeom>
          <a:effectLst>
            <a:outerShdw blurRad="127000" dist="38100" dir="5400000" algn="bl" rotWithShape="0">
              <a:srgbClr val="2A1B3D">
                <a:alpha val="18000"/>
              </a:srgbClr>
            </a:outerShdw>
          </a:effectLst>
        </p:spPr>
      </p:pic>
      <p:sp>
        <p:nvSpPr>
          <p:cNvPr id="13" name="Shape 7"/>
          <p:cNvSpPr/>
          <p:nvPr/>
        </p:nvSpPr>
        <p:spPr>
          <a:xfrm>
            <a:off x="4453128" y="585216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2A1B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 txBox="1"/>
          <p:nvPr/>
        </p:nvSpPr>
        <p:spPr>
          <a:xfrm>
            <a:off x="4453128" y="5852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and checkout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8257032" y="1417320"/>
            <a:ext cx="3474720" cy="4800600"/>
          </a:xfrm>
          <a:prstGeom prst="roundRect">
            <a:avLst>
              <a:gd name="adj" fmla="val 5263"/>
            </a:avLst>
          </a:prstGeom>
          <a:solidFill>
            <a:srgbClr val="2A1B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8549640" y="1645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17" name="Text 11"/>
          <p:cNvSpPr txBox="1"/>
          <p:nvPr/>
        </p:nvSpPr>
        <p:spPr>
          <a:xfrm>
            <a:off x="8549640" y="2176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working website in your browser.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549640" y="2834640"/>
            <a:ext cx="2889504" cy="502920"/>
          </a:xfrm>
          <a:prstGeom prst="roundRect">
            <a:avLst>
              <a:gd name="adj" fmla="val 49091"/>
            </a:avLst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3">
            <a:hlinkClick r:id="rId7" tooltip="Open the Bean &amp; Bloom Café website"/>
          </p:cNvPr>
          <p:cNvSpPr txBox="1"/>
          <p:nvPr/>
        </p:nvSpPr>
        <p:spPr>
          <a:xfrm>
            <a:off x="8549640" y="283464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tooltip="Open the Bean &amp; Bloom Café websi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demo</a:t>
            </a:r>
            <a:endParaRPr lang="en-US" sz="1600" dirty="0"/>
          </a:p>
        </p:txBody>
      </p:sp>
      <p:sp>
        <p:nvSpPr>
          <p:cNvPr id="20" name="Text 14">
            <a:hlinkClick r:id="rId7"/>
          </p:cNvPr>
          <p:cNvSpPr txBox="1"/>
          <p:nvPr/>
        </p:nvSpPr>
        <p:spPr>
          <a:xfrm>
            <a:off x="8549640" y="3419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claude.ai/artifact/QyCqH66enWY6iMNYMDnC5B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854964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try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549640" y="42976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dishes and open the cart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Place order with empty fields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valid details and confirm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and JavaScript alone can deliver a complete ordering and booking experience.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validation keeps data clean and guides guests with clear messages.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colourful, responsive design works on every screen, from phone to desktop.</a:t>
            </a:r>
            <a:endParaRPr lang="en-US" sz="1900" dirty="0"/>
          </a:p>
        </p:txBody>
      </p:sp>
      <p:sp>
        <p:nvSpPr>
          <p:cNvPr id="4" name="Text 2">
            <a:hlinkClick r:id="rId3"/>
          </p:cNvPr>
          <p:cNvSpPr txBox="1"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Link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3DC2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461772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461772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697480" y="4617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order history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51206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database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97480" y="512064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F05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697480" y="5120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dashboard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715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43395EC-E693-941C-E76F-591EA8521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876" y="1121434"/>
            <a:ext cx="2194560" cy="27052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93C2422-5CCD-C402-CD36-40AF79997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532" y="1121434"/>
            <a:ext cx="2027388" cy="25879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14254DF-A993-7678-0A35-7729179D6B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876" y="3931920"/>
            <a:ext cx="2194560" cy="27052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E658431-80A1-5D1E-FFC2-3842B1E1EE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192" y="3883900"/>
            <a:ext cx="2027388" cy="27052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698</Words>
  <Application>Microsoft Office PowerPoint</Application>
  <PresentationFormat>Widescreen</PresentationFormat>
  <Paragraphs>95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Bean &amp; Bloom Café – Web Project</dc:title>
  <dc:subject>PptxGenJS Presentation</dc:subject>
  <dc:creator>PptxGenJS</dc:creator>
  <cp:lastModifiedBy>padhu jurra</cp:lastModifiedBy>
  <cp:revision>4</cp:revision>
  <dcterms:created xsi:type="dcterms:W3CDTF">2026-09-19T05:00:43Z</dcterms:created>
  <dcterms:modified xsi:type="dcterms:W3CDTF">2026-09-19T11:38:45Z</dcterms:modified>
</cp:coreProperties>
</file>